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9C2DF91-3E6E-4567-ADB2-673B7A6CADAC}" v="21" dt="2025-07-23T22:41:50.57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837" autoAdjust="0"/>
  </p:normalViewPr>
  <p:slideViewPr>
    <p:cSldViewPr snapToGrid="0">
      <p:cViewPr varScale="1">
        <p:scale>
          <a:sx n="104" d="100"/>
          <a:sy n="104" d="100"/>
        </p:scale>
        <p:origin x="788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淏铭 叶" userId="b3014e5ccf383018" providerId="LiveId" clId="{79C2DF91-3E6E-4567-ADB2-673B7A6CADAC}"/>
    <pc:docChg chg="custSel addSld modSld">
      <pc:chgData name="淏铭 叶" userId="b3014e5ccf383018" providerId="LiveId" clId="{79C2DF91-3E6E-4567-ADB2-673B7A6CADAC}" dt="2025-07-24T03:49:14.743" v="1723" actId="1076"/>
      <pc:docMkLst>
        <pc:docMk/>
      </pc:docMkLst>
      <pc:sldChg chg="addSp modSp new mod">
        <pc:chgData name="淏铭 叶" userId="b3014e5ccf383018" providerId="LiveId" clId="{79C2DF91-3E6E-4567-ADB2-673B7A6CADAC}" dt="2025-07-24T02:33:04.284" v="1715" actId="1076"/>
        <pc:sldMkLst>
          <pc:docMk/>
          <pc:sldMk cId="2261518811" sldId="256"/>
        </pc:sldMkLst>
        <pc:spChg chg="mod">
          <ac:chgData name="淏铭 叶" userId="b3014e5ccf383018" providerId="LiveId" clId="{79C2DF91-3E6E-4567-ADB2-673B7A6CADAC}" dt="2025-07-24T02:33:04.284" v="1715" actId="1076"/>
          <ac:spMkLst>
            <pc:docMk/>
            <pc:sldMk cId="2261518811" sldId="256"/>
            <ac:spMk id="2" creationId="{66ACB843-8E1A-6E30-88AC-275ED1576F9F}"/>
          </ac:spMkLst>
        </pc:spChg>
        <pc:spChg chg="mod">
          <ac:chgData name="淏铭 叶" userId="b3014e5ccf383018" providerId="LiveId" clId="{79C2DF91-3E6E-4567-ADB2-673B7A6CADAC}" dt="2025-07-22T22:44:25.181" v="375" actId="20577"/>
          <ac:spMkLst>
            <pc:docMk/>
            <pc:sldMk cId="2261518811" sldId="256"/>
            <ac:spMk id="3" creationId="{8367DB96-CB03-0C6A-8AC4-ECDD78BDABAF}"/>
          </ac:spMkLst>
        </pc:spChg>
        <pc:picChg chg="add mod modCrop">
          <ac:chgData name="淏铭 叶" userId="b3014e5ccf383018" providerId="LiveId" clId="{79C2DF91-3E6E-4567-ADB2-673B7A6CADAC}" dt="2025-07-22T22:42:05.925" v="90" actId="1076"/>
          <ac:picMkLst>
            <pc:docMk/>
            <pc:sldMk cId="2261518811" sldId="256"/>
            <ac:picMk id="4" creationId="{87F98EA3-1904-FC15-4EEB-0E99482398DE}"/>
          </ac:picMkLst>
        </pc:picChg>
      </pc:sldChg>
      <pc:sldChg chg="addSp delSp modSp new mod">
        <pc:chgData name="淏铭 叶" userId="b3014e5ccf383018" providerId="LiveId" clId="{79C2DF91-3E6E-4567-ADB2-673B7A6CADAC}" dt="2025-07-22T22:55:59.345" v="583" actId="1076"/>
        <pc:sldMkLst>
          <pc:docMk/>
          <pc:sldMk cId="2377116680" sldId="257"/>
        </pc:sldMkLst>
        <pc:spChg chg="mod">
          <ac:chgData name="淏铭 叶" userId="b3014e5ccf383018" providerId="LiveId" clId="{79C2DF91-3E6E-4567-ADB2-673B7A6CADAC}" dt="2025-07-22T22:36:46.819" v="85" actId="1076"/>
          <ac:spMkLst>
            <pc:docMk/>
            <pc:sldMk cId="2377116680" sldId="257"/>
            <ac:spMk id="2" creationId="{45CE5B12-E6F8-179E-4F42-2B3BBA96D0D5}"/>
          </ac:spMkLst>
        </pc:spChg>
        <pc:spChg chg="mod">
          <ac:chgData name="淏铭 叶" userId="b3014e5ccf383018" providerId="LiveId" clId="{79C2DF91-3E6E-4567-ADB2-673B7A6CADAC}" dt="2025-07-22T22:53:53.293" v="561" actId="20577"/>
          <ac:spMkLst>
            <pc:docMk/>
            <pc:sldMk cId="2377116680" sldId="257"/>
            <ac:spMk id="3" creationId="{2CCC8F08-56C5-682B-6D55-E852DE9DA2FC}"/>
          </ac:spMkLst>
        </pc:spChg>
        <pc:spChg chg="add mod">
          <ac:chgData name="淏铭 叶" userId="b3014e5ccf383018" providerId="LiveId" clId="{79C2DF91-3E6E-4567-ADB2-673B7A6CADAC}" dt="2025-07-22T22:54:09.031" v="566" actId="1076"/>
          <ac:spMkLst>
            <pc:docMk/>
            <pc:sldMk cId="2377116680" sldId="257"/>
            <ac:spMk id="7" creationId="{4541FBA8-992F-7D65-53DA-9F3182947032}"/>
          </ac:spMkLst>
        </pc:spChg>
        <pc:picChg chg="add mod">
          <ac:chgData name="淏铭 叶" userId="b3014e5ccf383018" providerId="LiveId" clId="{79C2DF91-3E6E-4567-ADB2-673B7A6CADAC}" dt="2025-07-22T22:53:58.974" v="562" actId="1076"/>
          <ac:picMkLst>
            <pc:docMk/>
            <pc:sldMk cId="2377116680" sldId="257"/>
            <ac:picMk id="4" creationId="{AA676353-D1D8-C730-02CD-46566752F8AC}"/>
          </ac:picMkLst>
        </pc:picChg>
        <pc:picChg chg="add mod">
          <ac:chgData name="淏铭 叶" userId="b3014e5ccf383018" providerId="LiveId" clId="{79C2DF91-3E6E-4567-ADB2-673B7A6CADAC}" dt="2025-07-22T22:54:05.908" v="565" actId="1076"/>
          <ac:picMkLst>
            <pc:docMk/>
            <pc:sldMk cId="2377116680" sldId="257"/>
            <ac:picMk id="5" creationId="{654639DD-056A-296B-A9C2-D5D7E7A59982}"/>
          </ac:picMkLst>
        </pc:picChg>
        <pc:picChg chg="add mod">
          <ac:chgData name="淏铭 叶" userId="b3014e5ccf383018" providerId="LiveId" clId="{79C2DF91-3E6E-4567-ADB2-673B7A6CADAC}" dt="2025-07-22T22:55:46.291" v="580" actId="1076"/>
          <ac:picMkLst>
            <pc:docMk/>
            <pc:sldMk cId="2377116680" sldId="257"/>
            <ac:picMk id="6" creationId="{865E9C45-BBE7-695C-7C12-8A2F860CAAEB}"/>
          </ac:picMkLst>
        </pc:picChg>
        <pc:picChg chg="add mod">
          <ac:chgData name="淏铭 叶" userId="b3014e5ccf383018" providerId="LiveId" clId="{79C2DF91-3E6E-4567-ADB2-673B7A6CADAC}" dt="2025-07-22T22:54:10.146" v="567" actId="1076"/>
          <ac:picMkLst>
            <pc:docMk/>
            <pc:sldMk cId="2377116680" sldId="257"/>
            <ac:picMk id="9" creationId="{4628F5BD-FB30-DFF3-940D-BA4E1C978EC4}"/>
          </ac:picMkLst>
        </pc:picChg>
        <pc:picChg chg="add mod modCrop">
          <ac:chgData name="淏铭 叶" userId="b3014e5ccf383018" providerId="LiveId" clId="{79C2DF91-3E6E-4567-ADB2-673B7A6CADAC}" dt="2025-07-22T22:54:10.970" v="568" actId="1076"/>
          <ac:picMkLst>
            <pc:docMk/>
            <pc:sldMk cId="2377116680" sldId="257"/>
            <ac:picMk id="10" creationId="{D815B106-DB9E-84F8-AD16-4859EABF0A41}"/>
          </ac:picMkLst>
        </pc:picChg>
        <pc:picChg chg="add mod">
          <ac:chgData name="淏铭 叶" userId="b3014e5ccf383018" providerId="LiveId" clId="{79C2DF91-3E6E-4567-ADB2-673B7A6CADAC}" dt="2025-07-22T22:54:32.457" v="575" actId="1076"/>
          <ac:picMkLst>
            <pc:docMk/>
            <pc:sldMk cId="2377116680" sldId="257"/>
            <ac:picMk id="11" creationId="{317DD291-D76D-BA69-5459-E7ACA13976C4}"/>
          </ac:picMkLst>
        </pc:picChg>
        <pc:picChg chg="add mod">
          <ac:chgData name="淏铭 叶" userId="b3014e5ccf383018" providerId="LiveId" clId="{79C2DF91-3E6E-4567-ADB2-673B7A6CADAC}" dt="2025-07-22T22:55:59.345" v="583" actId="1076"/>
          <ac:picMkLst>
            <pc:docMk/>
            <pc:sldMk cId="2377116680" sldId="257"/>
            <ac:picMk id="12" creationId="{E8FDE8B4-5185-EED9-C4AA-3F9121335C9F}"/>
          </ac:picMkLst>
        </pc:picChg>
      </pc:sldChg>
      <pc:sldChg chg="addSp modSp new mod">
        <pc:chgData name="淏铭 叶" userId="b3014e5ccf383018" providerId="LiveId" clId="{79C2DF91-3E6E-4567-ADB2-673B7A6CADAC}" dt="2025-07-22T22:59:00.662" v="871" actId="1076"/>
        <pc:sldMkLst>
          <pc:docMk/>
          <pc:sldMk cId="2808971871" sldId="258"/>
        </pc:sldMkLst>
        <pc:spChg chg="mod">
          <ac:chgData name="淏铭 叶" userId="b3014e5ccf383018" providerId="LiveId" clId="{79C2DF91-3E6E-4567-ADB2-673B7A6CADAC}" dt="2025-07-22T22:56:35.391" v="627" actId="1076"/>
          <ac:spMkLst>
            <pc:docMk/>
            <pc:sldMk cId="2808971871" sldId="258"/>
            <ac:spMk id="2" creationId="{1E795744-48FA-8598-8E8A-99AA79F35DE8}"/>
          </ac:spMkLst>
        </pc:spChg>
        <pc:spChg chg="mod">
          <ac:chgData name="淏铭 叶" userId="b3014e5ccf383018" providerId="LiveId" clId="{79C2DF91-3E6E-4567-ADB2-673B7A6CADAC}" dt="2025-07-22T22:58:52.691" v="867" actId="20577"/>
          <ac:spMkLst>
            <pc:docMk/>
            <pc:sldMk cId="2808971871" sldId="258"/>
            <ac:spMk id="3" creationId="{870F34C6-18AF-3FAF-5DB9-65ADB51E6D9B}"/>
          </ac:spMkLst>
        </pc:spChg>
        <pc:picChg chg="add mod">
          <ac:chgData name="淏铭 叶" userId="b3014e5ccf383018" providerId="LiveId" clId="{79C2DF91-3E6E-4567-ADB2-673B7A6CADAC}" dt="2025-07-22T22:59:00.662" v="871" actId="1076"/>
          <ac:picMkLst>
            <pc:docMk/>
            <pc:sldMk cId="2808971871" sldId="258"/>
            <ac:picMk id="4" creationId="{CD025DCD-4400-38DF-2B8A-1C7D1890EB4D}"/>
          </ac:picMkLst>
        </pc:picChg>
      </pc:sldChg>
      <pc:sldChg chg="addSp delSp modSp new mod">
        <pc:chgData name="淏铭 叶" userId="b3014e5ccf383018" providerId="LiveId" clId="{79C2DF91-3E6E-4567-ADB2-673B7A6CADAC}" dt="2025-07-24T03:49:14.743" v="1723" actId="1076"/>
        <pc:sldMkLst>
          <pc:docMk/>
          <pc:sldMk cId="3437179829" sldId="259"/>
        </pc:sldMkLst>
        <pc:spChg chg="mod">
          <ac:chgData name="淏铭 叶" userId="b3014e5ccf383018" providerId="LiveId" clId="{79C2DF91-3E6E-4567-ADB2-673B7A6CADAC}" dt="2025-07-22T23:00:42.294" v="967" actId="20577"/>
          <ac:spMkLst>
            <pc:docMk/>
            <pc:sldMk cId="3437179829" sldId="259"/>
            <ac:spMk id="2" creationId="{5663D018-8BAA-C0C7-AB7B-2CEE212FDAE6}"/>
          </ac:spMkLst>
        </pc:spChg>
        <pc:spChg chg="add mod">
          <ac:chgData name="淏铭 叶" userId="b3014e5ccf383018" providerId="LiveId" clId="{79C2DF91-3E6E-4567-ADB2-673B7A6CADAC}" dt="2025-07-23T00:29:32.851" v="1475" actId="1076"/>
          <ac:spMkLst>
            <pc:docMk/>
            <pc:sldMk cId="3437179829" sldId="259"/>
            <ac:spMk id="3" creationId="{9F475578-0DF1-BB78-8877-CF2AD8075825}"/>
          </ac:spMkLst>
        </pc:spChg>
        <pc:spChg chg="add mod">
          <ac:chgData name="淏铭 叶" userId="b3014e5ccf383018" providerId="LiveId" clId="{79C2DF91-3E6E-4567-ADB2-673B7A6CADAC}" dt="2025-07-24T03:49:14.743" v="1723" actId="1076"/>
          <ac:spMkLst>
            <pc:docMk/>
            <pc:sldMk cId="3437179829" sldId="259"/>
            <ac:spMk id="6" creationId="{29652A78-894C-7D6D-E83A-1F44A294366D}"/>
          </ac:spMkLst>
        </pc:spChg>
        <pc:picChg chg="add mod">
          <ac:chgData name="淏铭 叶" userId="b3014e5ccf383018" providerId="LiveId" clId="{79C2DF91-3E6E-4567-ADB2-673B7A6CADAC}" dt="2025-07-22T23:00:30.359" v="940" actId="1076"/>
          <ac:picMkLst>
            <pc:docMk/>
            <pc:sldMk cId="3437179829" sldId="259"/>
            <ac:picMk id="4" creationId="{8AF87D5C-8A7B-D7FA-2BB9-30D90218FE25}"/>
          </ac:picMkLst>
        </pc:picChg>
        <pc:picChg chg="add mod">
          <ac:chgData name="淏铭 叶" userId="b3014e5ccf383018" providerId="LiveId" clId="{79C2DF91-3E6E-4567-ADB2-673B7A6CADAC}" dt="2025-07-22T23:00:31.371" v="941" actId="1076"/>
          <ac:picMkLst>
            <pc:docMk/>
            <pc:sldMk cId="3437179829" sldId="259"/>
            <ac:picMk id="5" creationId="{5005A961-88D8-B6BD-B866-DB846CDCF340}"/>
          </ac:picMkLst>
        </pc:picChg>
      </pc:sldChg>
      <pc:sldChg chg="addSp modSp new mod">
        <pc:chgData name="淏铭 叶" userId="b3014e5ccf383018" providerId="LiveId" clId="{79C2DF91-3E6E-4567-ADB2-673B7A6CADAC}" dt="2025-07-22T23:16:17.517" v="1412"/>
        <pc:sldMkLst>
          <pc:docMk/>
          <pc:sldMk cId="2558128729" sldId="260"/>
        </pc:sldMkLst>
        <pc:spChg chg="mod">
          <ac:chgData name="淏铭 叶" userId="b3014e5ccf383018" providerId="LiveId" clId="{79C2DF91-3E6E-4567-ADB2-673B7A6CADAC}" dt="2025-07-22T23:06:20.890" v="1401" actId="20577"/>
          <ac:spMkLst>
            <pc:docMk/>
            <pc:sldMk cId="2558128729" sldId="260"/>
            <ac:spMk id="2" creationId="{3A1A8402-09AA-FD06-6CDB-6D35289A2355}"/>
          </ac:spMkLst>
        </pc:spChg>
        <pc:spChg chg="mod">
          <ac:chgData name="淏铭 叶" userId="b3014e5ccf383018" providerId="LiveId" clId="{79C2DF91-3E6E-4567-ADB2-673B7A6CADAC}" dt="2025-07-22T23:16:17.517" v="1412"/>
          <ac:spMkLst>
            <pc:docMk/>
            <pc:sldMk cId="2558128729" sldId="260"/>
            <ac:spMk id="3" creationId="{C7389B56-79BC-8211-2982-68DB66BA591E}"/>
          </ac:spMkLst>
        </pc:spChg>
        <pc:picChg chg="add mod">
          <ac:chgData name="淏铭 叶" userId="b3014e5ccf383018" providerId="LiveId" clId="{79C2DF91-3E6E-4567-ADB2-673B7A6CADAC}" dt="2025-07-22T23:08:07.013" v="1410" actId="1076"/>
          <ac:picMkLst>
            <pc:docMk/>
            <pc:sldMk cId="2558128729" sldId="260"/>
            <ac:picMk id="4" creationId="{F90F7DB7-B3A7-976F-E7CE-6979389DCB81}"/>
          </ac:picMkLst>
        </pc:picChg>
        <pc:picChg chg="add mod">
          <ac:chgData name="淏铭 叶" userId="b3014e5ccf383018" providerId="LiveId" clId="{79C2DF91-3E6E-4567-ADB2-673B7A6CADAC}" dt="2025-07-22T23:06:30.436" v="1402" actId="1076"/>
          <ac:picMkLst>
            <pc:docMk/>
            <pc:sldMk cId="2558128729" sldId="260"/>
            <ac:picMk id="5" creationId="{C0CFD6B1-3F52-561B-4B4E-B217FD6FC1AF}"/>
          </ac:picMkLst>
        </pc:picChg>
        <pc:picChg chg="add mod">
          <ac:chgData name="淏铭 叶" userId="b3014e5ccf383018" providerId="LiveId" clId="{79C2DF91-3E6E-4567-ADB2-673B7A6CADAC}" dt="2025-07-22T23:05:45.908" v="1365" actId="1076"/>
          <ac:picMkLst>
            <pc:docMk/>
            <pc:sldMk cId="2558128729" sldId="260"/>
            <ac:picMk id="6" creationId="{0AC556F2-1781-B27A-95F3-3AAF20D366EA}"/>
          </ac:picMkLst>
        </pc:picChg>
        <pc:picChg chg="add mod">
          <ac:chgData name="淏铭 叶" userId="b3014e5ccf383018" providerId="LiveId" clId="{79C2DF91-3E6E-4567-ADB2-673B7A6CADAC}" dt="2025-07-22T23:05:41.099" v="1364" actId="1076"/>
          <ac:picMkLst>
            <pc:docMk/>
            <pc:sldMk cId="2558128729" sldId="260"/>
            <ac:picMk id="7" creationId="{E8BB148B-C00A-D412-C257-83EC74373CE2}"/>
          </ac:picMkLst>
        </pc:picChg>
      </pc:sldChg>
      <pc:sldChg chg="addSp delSp modSp new mod">
        <pc:chgData name="淏铭 叶" userId="b3014e5ccf383018" providerId="LiveId" clId="{79C2DF91-3E6E-4567-ADB2-673B7A6CADAC}" dt="2025-07-24T03:44:55.768" v="1718" actId="1076"/>
        <pc:sldMkLst>
          <pc:docMk/>
          <pc:sldMk cId="638090038" sldId="261"/>
        </pc:sldMkLst>
        <pc:spChg chg="mod">
          <ac:chgData name="淏铭 叶" userId="b3014e5ccf383018" providerId="LiveId" clId="{79C2DF91-3E6E-4567-ADB2-673B7A6CADAC}" dt="2025-07-23T12:54:34.099" v="1490" actId="1076"/>
          <ac:spMkLst>
            <pc:docMk/>
            <pc:sldMk cId="638090038" sldId="261"/>
            <ac:spMk id="2" creationId="{2D056DC8-DCD3-4438-7F00-CCAEE68A0227}"/>
          </ac:spMkLst>
        </pc:spChg>
        <pc:spChg chg="del mod">
          <ac:chgData name="淏铭 叶" userId="b3014e5ccf383018" providerId="LiveId" clId="{79C2DF91-3E6E-4567-ADB2-673B7A6CADAC}" dt="2025-07-23T12:54:55.611" v="1494"/>
          <ac:spMkLst>
            <pc:docMk/>
            <pc:sldMk cId="638090038" sldId="261"/>
            <ac:spMk id="3" creationId="{9CA8FD50-5B91-B9BA-27BB-8B668439DD14}"/>
          </ac:spMkLst>
        </pc:spChg>
        <pc:graphicFrameChg chg="add del mod modGraphic">
          <ac:chgData name="淏铭 叶" userId="b3014e5ccf383018" providerId="LiveId" clId="{79C2DF91-3E6E-4567-ADB2-673B7A6CADAC}" dt="2025-07-23T22:40:28.674" v="1548" actId="478"/>
          <ac:graphicFrameMkLst>
            <pc:docMk/>
            <pc:sldMk cId="638090038" sldId="261"/>
            <ac:graphicFrameMk id="3" creationId="{BFDD6EEA-5771-063D-437A-38B4289A7AF4}"/>
          </ac:graphicFrameMkLst>
        </pc:graphicFrameChg>
        <pc:graphicFrameChg chg="add mod modGraphic">
          <ac:chgData name="淏铭 叶" userId="b3014e5ccf383018" providerId="LiveId" clId="{79C2DF91-3E6E-4567-ADB2-673B7A6CADAC}" dt="2025-07-24T03:44:55.768" v="1718" actId="1076"/>
          <ac:graphicFrameMkLst>
            <pc:docMk/>
            <pc:sldMk cId="638090038" sldId="261"/>
            <ac:graphicFrameMk id="4" creationId="{E0480313-E71E-5423-6CD9-ABBA06AA3378}"/>
          </ac:graphicFrameMkLst>
        </pc:graphicFrameChg>
        <pc:picChg chg="add mod modCrop">
          <ac:chgData name="淏铭 叶" userId="b3014e5ccf383018" providerId="LiveId" clId="{79C2DF91-3E6E-4567-ADB2-673B7A6CADAC}" dt="2025-07-24T03:44:51.291" v="1717" actId="1076"/>
          <ac:picMkLst>
            <pc:docMk/>
            <pc:sldMk cId="638090038" sldId="261"/>
            <ac:picMk id="5" creationId="{3F1E011D-9F20-E2DD-C77C-6836E2325E41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0DDD9F-B8BF-4474-B76B-7807389E9F63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610CAC-9722-404F-9FB5-9F587C8F4E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2460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610CAC-9722-404F-9FB5-9F587C8F4E8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7471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DD307-D2F8-8A5D-72B5-C7BD6D687A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AFDF8D-A177-47A5-85EF-4194E03EE0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73C2EF-26D0-2504-B13B-BFE1E7BD7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98674-B620-4502-8AF1-814666822285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D225A3-F8C2-0975-D2ED-E84B3CEA4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900FB4-79B0-06FF-2549-6A6AC839F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8AEC9-1C32-4D60-B656-C38821BE3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1216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7318C-08D7-54F2-891B-316D49FA5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7AA0A-C4A3-02FB-49DF-D0DD3197A4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6D47E0-CA2C-C8B0-0EFA-FF4E956B6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98674-B620-4502-8AF1-814666822285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FAD747-A56C-4866-6998-9FAC9E565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46AD8E-295F-CC06-F581-3ED26C920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8AEC9-1C32-4D60-B656-C38821BE3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2455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DE119-CEF5-240A-325A-AE8A546AF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EB3DE9-A183-826E-4B7A-4C1042EE95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A621BB-CB51-8280-1267-B41A81143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98674-B620-4502-8AF1-814666822285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4528B2-0540-F580-5167-85B205697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6A9120-FA53-171C-EE1B-EB48B41E7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8AEC9-1C32-4D60-B656-C38821BE3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43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667C1-1289-B40C-7A14-32831F9E99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1B6841-58A0-6C46-9039-E6CAAFE744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93838E-E792-52BB-8061-B595C8685A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322DE0-95C0-DB56-5AF9-E6A7B21660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98674-B620-4502-8AF1-814666822285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BE45C6-D1CE-2374-38DA-E75B43277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AEC7A6-929C-467B-EB05-5B660A373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8AEC9-1C32-4D60-B656-C38821BE3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602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17052-31F1-FBBE-6670-AB3382CB5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54B48C-2E28-9958-4263-05BF2F72D3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E1F97D-9EE8-6E73-7E80-A8B8A00102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D66FAD-9C3F-7F65-55AD-17309A06A2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2C67B2-51C6-7D78-70BC-8695F8810E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034D56-B426-CB86-FB65-A6132C81B8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98674-B620-4502-8AF1-814666822285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B77B99C-010E-48E4-81D2-D8EBF3CD9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A1EF29-B138-7023-8C78-B85ED8450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8AEC9-1C32-4D60-B656-C38821BE3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7848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4D6E2-9B65-B2CE-D45A-18E2A1F4F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570D95-0B83-2632-A697-EC9BAA9E1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98674-B620-4502-8AF1-814666822285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AE1726-1204-D842-629C-CBD492EE5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2558F8-9C58-63F3-F74D-B3BF67B9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8AEC9-1C32-4D60-B656-C38821BE3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4631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A05F7E-F3E5-970A-C2C3-6793328CA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98674-B620-4502-8AF1-814666822285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92374D-9F28-845B-8B91-7429B8C0E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0DD53B-819F-E182-17F2-75C98B7E1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8AEC9-1C32-4D60-B656-C38821BE3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8676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70EF2-8857-5D1E-DBD0-B4DF6535AF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444843-2DC2-2BA3-FC55-6E8CE5DEC2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872E7C-A28F-8BE9-F8F3-5167AB0438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0E2624-E780-A209-3A04-0C4EF9EB8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98674-B620-4502-8AF1-814666822285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8E40A7-703F-86CB-F5CB-2CC02C5C4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34D14A-E5F4-B20A-361A-B3179291F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8AEC9-1C32-4D60-B656-C38821BE3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2169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4D4B5-6928-B6E3-42F8-9DD651C62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975C8F8-2482-7E02-0AC5-94108ADA38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F6C538-0185-226E-5068-F14105EF11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F786DC-2694-7E9B-2A34-314B180836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98674-B620-4502-8AF1-814666822285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6FFBC7-B743-E9A4-8456-D6C5D397C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77A5A9-7758-ED9D-9AF6-B6879FBA9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8AEC9-1C32-4D60-B656-C38821BE3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4782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7F26B-5745-71C1-8C21-89E670CC6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182D02-34B3-F066-E024-FCE844DE85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EE5793-C789-160D-4C91-FAEB3FE58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98674-B620-4502-8AF1-814666822285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F1CFBE-355C-0243-6933-FE04B351B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80D41B-006B-E195-72D9-88246C8D4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8AEC9-1C32-4D60-B656-C38821BE3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6370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7DC13C-7429-1F73-A25C-9A45BAE2A2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50C175-A863-DB9B-D2B2-E0979AF500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D1FDC6-B6F9-87C1-E1EB-84C1F6C7D9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98674-B620-4502-8AF1-814666822285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3DB76C-9623-A888-9495-92D78016A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961C19-F4CF-2E12-57A3-58E799973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8AEC9-1C32-4D60-B656-C38821BE3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6936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F3C8A5-180F-1954-C264-0045C72EC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51CA20-614A-987E-7788-BED490A814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1B9C90-E517-AE63-A2CF-8C1C29E6B9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498674-B620-4502-8AF1-814666822285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C91ABC-C029-87DA-7AF2-32EDD358E5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A5F2AF-51AD-7FE4-BE23-4E9FE28DE8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88AEC9-1C32-4D60-B656-C38821BE3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825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CB843-8E1A-6E30-88AC-275ED1576F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28876" y="90304"/>
            <a:ext cx="2646964" cy="610985"/>
          </a:xfrm>
        </p:spPr>
        <p:txBody>
          <a:bodyPr>
            <a:noAutofit/>
          </a:bodyPr>
          <a:lstStyle/>
          <a:p>
            <a:r>
              <a:rPr lang="en-US" sz="4000" dirty="0"/>
              <a:t>Road Map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67DB96-CB03-0C6A-8AC4-ECDD78BDAB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8448" y="838067"/>
            <a:ext cx="11379666" cy="5755679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algn="l"/>
            <a:r>
              <a:rPr lang="en-US" dirty="0"/>
              <a:t>Fast and Modular:</a:t>
            </a:r>
          </a:p>
          <a:p>
            <a:pPr marL="342900" indent="-342900" algn="l">
              <a:buFontTx/>
              <a:buChar char="-"/>
            </a:pPr>
            <a:r>
              <a:rPr lang="en-US" dirty="0"/>
              <a:t>Only </a:t>
            </a:r>
            <a:r>
              <a:rPr lang="en-US" b="1" dirty="0"/>
              <a:t>One</a:t>
            </a:r>
            <a:r>
              <a:rPr lang="en-US" dirty="0"/>
              <a:t> Measurement Run Required to Fit and Obtain the TF Model</a:t>
            </a:r>
          </a:p>
          <a:p>
            <a:pPr marL="342900" indent="-342900" algn="l">
              <a:buFontTx/>
              <a:buChar char="-"/>
            </a:pPr>
            <a:r>
              <a:rPr lang="en-US" dirty="0"/>
              <a:t>Instantaneous Simulation and Tuning</a:t>
            </a:r>
          </a:p>
          <a:p>
            <a:pPr marL="342900" indent="-342900" algn="l">
              <a:buFontTx/>
              <a:buChar char="-"/>
            </a:pPr>
            <a:r>
              <a:rPr lang="en-US" dirty="0"/>
              <a:t>Frequency Domain Analysis to Show Ideal Performance</a:t>
            </a:r>
          </a:p>
          <a:p>
            <a:pPr algn="l"/>
            <a:endParaRPr lang="en-US" dirty="0"/>
          </a:p>
        </p:txBody>
      </p:sp>
      <p:pic>
        <p:nvPicPr>
          <p:cNvPr id="4" name="Picture 3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87F98EA3-1904-FC15-4EEB-0E99482398D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6083"/>
          <a:stretch>
            <a:fillRect/>
          </a:stretch>
        </p:blipFill>
        <p:spPr>
          <a:xfrm>
            <a:off x="1331792" y="887505"/>
            <a:ext cx="8685773" cy="3330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5188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E5B12-E6F8-179E-4F42-2B3BBA96D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8668"/>
            <a:ext cx="10515600" cy="652369"/>
          </a:xfrm>
        </p:spPr>
        <p:txBody>
          <a:bodyPr>
            <a:normAutofit fontScale="90000"/>
          </a:bodyPr>
          <a:lstStyle/>
          <a:p>
            <a:r>
              <a:rPr lang="en-US" dirty="0"/>
              <a:t>Fitting the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CC8F08-56C5-682B-6D55-E852DE9DA2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281" y="818084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/>
              <a:t>EOM: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000" dirty="0"/>
              <a:t>Time Domain Response to Step Input: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AA676353-D1D8-C730-02CD-46566752F8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241" y="609274"/>
            <a:ext cx="2939111" cy="600097"/>
          </a:xfrm>
          <a:prstGeom prst="rect">
            <a:avLst/>
          </a:prstGeom>
        </p:spPr>
      </p:pic>
      <p:pic>
        <p:nvPicPr>
          <p:cNvPr id="5" name="Picture 4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654639DD-056A-296B-A9C2-D5D7E7A599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2119" y="1200966"/>
            <a:ext cx="1716796" cy="381511"/>
          </a:xfrm>
          <a:prstGeom prst="rect">
            <a:avLst/>
          </a:prstGeom>
        </p:spPr>
      </p:pic>
      <p:pic>
        <p:nvPicPr>
          <p:cNvPr id="6" name="Picture 5" descr="A black text with a white background&#10;&#10;AI-generated content may be incorrect.">
            <a:extLst>
              <a:ext uri="{FF2B5EF4-FFF2-40B4-BE49-F238E27FC236}">
                <a16:creationId xmlns:a16="http://schemas.microsoft.com/office/drawing/2014/main" id="{865E9C45-BBE7-695C-7C12-8A2F860CAA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8998" y="1522646"/>
            <a:ext cx="2130370" cy="758944"/>
          </a:xfrm>
          <a:prstGeom prst="rect">
            <a:avLst/>
          </a:prstGeom>
        </p:spPr>
      </p:pic>
      <p:sp>
        <p:nvSpPr>
          <p:cNvPr id="7" name="Arrow: Right 6">
            <a:extLst>
              <a:ext uri="{FF2B5EF4-FFF2-40B4-BE49-F238E27FC236}">
                <a16:creationId xmlns:a16="http://schemas.microsoft.com/office/drawing/2014/main" id="{4541FBA8-992F-7D65-53DA-9F3182947032}"/>
              </a:ext>
            </a:extLst>
          </p:cNvPr>
          <p:cNvSpPr/>
          <p:nvPr/>
        </p:nvSpPr>
        <p:spPr>
          <a:xfrm>
            <a:off x="4326044" y="1243263"/>
            <a:ext cx="633230" cy="42461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A mathematical equation with black text&#10;&#10;AI-generated content may be incorrect.">
            <a:extLst>
              <a:ext uri="{FF2B5EF4-FFF2-40B4-BE49-F238E27FC236}">
                <a16:creationId xmlns:a16="http://schemas.microsoft.com/office/drawing/2014/main" id="{4628F5BD-FB30-DFF3-940D-BA4E1C978E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92139" y="397149"/>
            <a:ext cx="3150301" cy="926050"/>
          </a:xfrm>
          <a:prstGeom prst="rect">
            <a:avLst/>
          </a:prstGeom>
        </p:spPr>
      </p:pic>
      <p:pic>
        <p:nvPicPr>
          <p:cNvPr id="10" name="Picture 9" descr="A black and white math equation&#10;&#10;AI-generated content may be incorrect.">
            <a:extLst>
              <a:ext uri="{FF2B5EF4-FFF2-40B4-BE49-F238E27FC236}">
                <a16:creationId xmlns:a16="http://schemas.microsoft.com/office/drawing/2014/main" id="{D815B106-DB9E-84F8-AD16-4859EABF0A4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8634"/>
          <a:stretch>
            <a:fillRect/>
          </a:stretch>
        </p:blipFill>
        <p:spPr>
          <a:xfrm>
            <a:off x="6287270" y="1282752"/>
            <a:ext cx="2964003" cy="770243"/>
          </a:xfrm>
          <a:prstGeom prst="rect">
            <a:avLst/>
          </a:prstGeom>
        </p:spPr>
      </p:pic>
      <p:pic>
        <p:nvPicPr>
          <p:cNvPr id="11" name="Picture 10" descr="A close up of a number&#10;&#10;AI-generated content may be incorrect.">
            <a:extLst>
              <a:ext uri="{FF2B5EF4-FFF2-40B4-BE49-F238E27FC236}">
                <a16:creationId xmlns:a16="http://schemas.microsoft.com/office/drawing/2014/main" id="{317DD291-D76D-BA69-5459-E7ACA13976C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97432" y="2132542"/>
            <a:ext cx="2494104" cy="50850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8FDE8B4-5185-EED9-C4AA-3F9121335C9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3736" y="2637657"/>
            <a:ext cx="6745333" cy="422034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771166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95744-48FA-8598-8E8A-99AA79F35D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682279"/>
          </a:xfrm>
        </p:spPr>
        <p:txBody>
          <a:bodyPr>
            <a:normAutofit fontScale="90000"/>
          </a:bodyPr>
          <a:lstStyle/>
          <a:p>
            <a:r>
              <a:rPr lang="en-US" dirty="0"/>
              <a:t>Tuning with Simulations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0F34C6-18AF-3FAF-5DB9-65ADB51E6D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25" y="682279"/>
            <a:ext cx="12175375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- Tune </a:t>
            </a:r>
            <a:r>
              <a:rPr lang="en-US" sz="2000" dirty="0" err="1"/>
              <a:t>Kp</a:t>
            </a:r>
            <a:r>
              <a:rPr lang="en-US" sz="2000" dirty="0"/>
              <a:t> first to get close to the desired goal</a:t>
            </a:r>
          </a:p>
          <a:p>
            <a:pPr marL="0" indent="0">
              <a:buNone/>
            </a:pPr>
            <a:r>
              <a:rPr lang="en-US" sz="2000" dirty="0"/>
              <a:t>- then tune Ki to eliminate steady state error </a:t>
            </a:r>
          </a:p>
          <a:p>
            <a:pPr marL="0" indent="0">
              <a:buNone/>
            </a:pPr>
            <a:r>
              <a:rPr lang="en-US" sz="2000" dirty="0"/>
              <a:t>- finally tune </a:t>
            </a:r>
            <a:r>
              <a:rPr lang="en-US" sz="2000" dirty="0" err="1"/>
              <a:t>Kd</a:t>
            </a:r>
            <a:r>
              <a:rPr lang="en-US" sz="2000" dirty="0"/>
              <a:t> if needed.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D025DCD-4400-38DF-2B8A-1C7D1890EB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506" y="2358679"/>
            <a:ext cx="10060891" cy="335721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089718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3D018-8BAA-C0C7-AB7B-2CEE212FD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7576"/>
            <a:ext cx="9847729" cy="359429"/>
          </a:xfrm>
        </p:spPr>
        <p:txBody>
          <a:bodyPr>
            <a:normAutofit fontScale="90000"/>
          </a:bodyPr>
          <a:lstStyle/>
          <a:p>
            <a:r>
              <a:rPr lang="en-US" dirty="0"/>
              <a:t>Validation with IRL Data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AF87D5C-8A7B-D7FA-2BB9-30D90218FE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57971"/>
            <a:ext cx="6056335" cy="3785209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005A961-88D8-B6BD-B866-DB846CDCF3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657970"/>
            <a:ext cx="6049864" cy="378520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F475578-0DF1-BB78-8877-CF2AD8075825}"/>
              </a:ext>
            </a:extLst>
          </p:cNvPr>
          <p:cNvSpPr txBox="1"/>
          <p:nvPr/>
        </p:nvSpPr>
        <p:spPr>
          <a:xfrm>
            <a:off x="1675013" y="1414820"/>
            <a:ext cx="27764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From Room Temp. to 40 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9652A78-894C-7D6D-E83A-1F44A294366D}"/>
              </a:ext>
            </a:extLst>
          </p:cNvPr>
          <p:cNvSpPr txBox="1"/>
          <p:nvPr/>
        </p:nvSpPr>
        <p:spPr>
          <a:xfrm>
            <a:off x="7790959" y="1414820"/>
            <a:ext cx="27764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Tracking at Varying Temps.</a:t>
            </a:r>
          </a:p>
        </p:txBody>
      </p:sp>
    </p:spTree>
    <p:extLst>
      <p:ext uri="{BB962C8B-B14F-4D97-AF65-F5344CB8AC3E}">
        <p14:creationId xmlns:p14="http://schemas.microsoft.com/office/powerpoint/2010/main" val="34371798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A8402-09AA-FD06-6CDB-6D35289A2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215718" cy="605118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Frequency Domain Analysis (Ideal Best Case)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389B56-79BC-8211-2982-68DB66BA59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519953"/>
            <a:ext cx="12191999" cy="61408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              RL Plot for Stability Check:                                                                 Bode Plot for Robustness Check: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Sen. </a:t>
            </a:r>
            <a:r>
              <a:rPr lang="en-US" sz="2000" dirty="0" err="1"/>
              <a:t>tf</a:t>
            </a:r>
            <a:r>
              <a:rPr lang="en-US" sz="2000" dirty="0"/>
              <a:t> and Comp. Sen. </a:t>
            </a:r>
            <a:r>
              <a:rPr lang="en-US" sz="2000" dirty="0" err="1"/>
              <a:t>tf</a:t>
            </a:r>
            <a:r>
              <a:rPr lang="en-US" sz="2000" dirty="0"/>
              <a:t> for disturbance and noise rejection check: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0F7DB7-B3A7-976F-E7CE-6979389DCB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976" y="833908"/>
            <a:ext cx="3832414" cy="2872232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0CFD6B1-3F52-561B-4B4E-B217FD6FC1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9916" y="801027"/>
            <a:ext cx="3920161" cy="2937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AC556F2-1781-B27A-95F3-3AAF20D366E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6379" y="4025532"/>
            <a:ext cx="3779357" cy="2832468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8BB148B-C00A-D412-C257-83EC74373CE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1248" y="4020096"/>
            <a:ext cx="3774078" cy="282851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581287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056DC8-DCD3-4438-7F00-CCAEE68A0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957262" cy="639128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EC Update</a:t>
            </a:r>
            <a:endParaRPr lang="en-US" dirty="0"/>
          </a:p>
        </p:txBody>
      </p:sp>
      <p:pic>
        <p:nvPicPr>
          <p:cNvPr id="5" name="Content Placeholder 4" descr="A hand holding a tool&#10;&#10;AI-generated content may be incorrect.">
            <a:extLst>
              <a:ext uri="{FF2B5EF4-FFF2-40B4-BE49-F238E27FC236}">
                <a16:creationId xmlns:a16="http://schemas.microsoft.com/office/drawing/2014/main" id="{3F1E011D-9F20-E2DD-C77C-6836E2325E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62" r="24457" b="10472"/>
          <a:stretch>
            <a:fillRect/>
          </a:stretch>
        </p:blipFill>
        <p:spPr>
          <a:xfrm>
            <a:off x="531141" y="731940"/>
            <a:ext cx="2242744" cy="5599482"/>
          </a:xfr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0480313-E71E-5423-6CD9-ABBA06AA33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0141032"/>
              </p:ext>
            </p:extLst>
          </p:nvPr>
        </p:nvGraphicFramePr>
        <p:xfrm>
          <a:off x="3079367" y="2567122"/>
          <a:ext cx="8830335" cy="1478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6067">
                  <a:extLst>
                    <a:ext uri="{9D8B030D-6E8A-4147-A177-3AD203B41FA5}">
                      <a16:colId xmlns:a16="http://schemas.microsoft.com/office/drawing/2014/main" val="819004877"/>
                    </a:ext>
                  </a:extLst>
                </a:gridCol>
                <a:gridCol w="1766067">
                  <a:extLst>
                    <a:ext uri="{9D8B030D-6E8A-4147-A177-3AD203B41FA5}">
                      <a16:colId xmlns:a16="http://schemas.microsoft.com/office/drawing/2014/main" val="3692735150"/>
                    </a:ext>
                  </a:extLst>
                </a:gridCol>
                <a:gridCol w="1766067">
                  <a:extLst>
                    <a:ext uri="{9D8B030D-6E8A-4147-A177-3AD203B41FA5}">
                      <a16:colId xmlns:a16="http://schemas.microsoft.com/office/drawing/2014/main" val="2806672916"/>
                    </a:ext>
                  </a:extLst>
                </a:gridCol>
                <a:gridCol w="1766067">
                  <a:extLst>
                    <a:ext uri="{9D8B030D-6E8A-4147-A177-3AD203B41FA5}">
                      <a16:colId xmlns:a16="http://schemas.microsoft.com/office/drawing/2014/main" val="2345920314"/>
                    </a:ext>
                  </a:extLst>
                </a:gridCol>
                <a:gridCol w="1766067">
                  <a:extLst>
                    <a:ext uri="{9D8B030D-6E8A-4147-A177-3AD203B41FA5}">
                      <a16:colId xmlns:a16="http://schemas.microsoft.com/office/drawing/2014/main" val="29415376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Time [</a:t>
                      </a:r>
                      <a:r>
                        <a:rPr lang="en-US" dirty="0" err="1"/>
                        <a:t>hr</a:t>
                      </a:r>
                      <a:r>
                        <a:rPr lang="en-US" dirty="0"/>
                        <a:t>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DI Water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Acetone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2-Propanol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KCL (84 </a:t>
                      </a:r>
                      <a:r>
                        <a:rPr lang="el-GR" sz="1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μ</a:t>
                      </a:r>
                      <a:r>
                        <a:rPr lang="en-US" sz="1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S/cm</a:t>
                      </a:r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84641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3.572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0.19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0.02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75.574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83355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3.318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0.358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0.028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73.088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7038198"/>
                  </a:ext>
                </a:extLst>
              </a:tr>
              <a:tr h="21506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3.166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0.502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0.03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72.218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92681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80900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</TotalTime>
  <Words>158</Words>
  <Application>Microsoft Office PowerPoint</Application>
  <PresentationFormat>Widescreen</PresentationFormat>
  <Paragraphs>57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Road Map</vt:lpstr>
      <vt:lpstr>Fitting the Model</vt:lpstr>
      <vt:lpstr>Tuning with Simulations</vt:lpstr>
      <vt:lpstr>Validation with IRL Data</vt:lpstr>
      <vt:lpstr>Frequency Domain Analysis (Ideal Best Case)</vt:lpstr>
      <vt:lpstr>EC Update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淏铭 叶</dc:creator>
  <cp:lastModifiedBy>淏铭 叶</cp:lastModifiedBy>
  <cp:revision>1</cp:revision>
  <dcterms:created xsi:type="dcterms:W3CDTF">2025-07-22T22:35:26Z</dcterms:created>
  <dcterms:modified xsi:type="dcterms:W3CDTF">2025-07-24T03:49:20Z</dcterms:modified>
</cp:coreProperties>
</file>